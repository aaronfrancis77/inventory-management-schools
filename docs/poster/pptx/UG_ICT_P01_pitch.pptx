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19250" y="-1905000"/>
            <a:ext cx="4000500" cy="4000500"/>
          </a:xfrm>
          <a:prstGeom prst="ellipse">
            <a:avLst/>
          </a:prstGeom>
          <a:solidFill>
            <a:srgbClr val="009CA6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06000" y="5238750"/>
            <a:ext cx="3429000" cy="3429000"/>
          </a:xfrm>
          <a:prstGeom prst="ellipse">
            <a:avLst/>
          </a:prstGeom>
          <a:solidFill>
            <a:srgbClr val="7B57CB">
              <a:alpha val="7000"/>
            </a:srgbClr>
          </a:solidFill>
          <a:ln/>
        </p:spPr>
      </p:sp>
      <p:pic>
        <p:nvPicPr>
          <p:cNvPr id="4" name="Image 0" descr="C:\Users\Aaron\AppData\Local\Temp\claude\C--Users-Aaron-Desktop-ict30017-P01-inventory-management-schools\97f81feb-cc42-48d2-a7dc-9fa67447c472\scratchpad\pptx\day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300" y="361950"/>
            <a:ext cx="823913" cy="2857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0650" y="381000"/>
            <a:ext cx="152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50" dirty="0"/>
          </a:p>
        </p:txBody>
      </p:sp>
      <p:pic>
        <p:nvPicPr>
          <p:cNvPr id="6" name="Image 1" descr="C:\Users\Aaron\AppData\Local\Temp\claude\C--Users-Aaron-Desktop-ict30017-P01-inventory-management-schools\97f81feb-cc42-48d2-a7dc-9fa67447c472\scratchpad\pptx\civi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150" y="390525"/>
            <a:ext cx="510540" cy="228600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476250" y="762000"/>
            <a:ext cx="6343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Daymap </a:t>
            </a:r>
            <a:pPr indent="0" marL="0">
              <a:buNone/>
            </a:pPr>
            <a:r>
              <a:rPr lang="en-US" sz="4200" b="1" spc="-100" kern="0" dirty="0">
                <a:solidFill>
                  <a:srgbClr val="009C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</a:t>
            </a:r>
            <a:endParaRPr lang="en-US" sz="4200" dirty="0"/>
          </a:p>
        </p:txBody>
      </p:sp>
      <p:sp>
        <p:nvSpPr>
          <p:cNvPr id="8" name="Hook"/>
          <p:cNvSpPr txBox="1"/>
          <p:nvPr/>
        </p:nvSpPr>
        <p:spPr>
          <a:xfrm>
            <a:off x="495300" y="1390650"/>
            <a:ext cx="63436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B57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asking "who has the projector?" Know where every school asset is, who has it, and when it's due back.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95300" y="2095500"/>
            <a:ext cx="6343650" cy="76200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5300" y="2095500"/>
            <a:ext cx="1428750" cy="762000"/>
          </a:xfrm>
          <a:prstGeom prst="roundRect">
            <a:avLst>
              <a:gd name="adj" fmla="val 12500"/>
            </a:avLst>
          </a:prstGeom>
          <a:solidFill>
            <a:srgbClr val="D62598"/>
          </a:solidFill>
          <a:ln w="12700">
            <a:solidFill>
              <a:srgbClr val="D6259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09750" y="2095500"/>
            <a:ext cx="114300" cy="762000"/>
          </a:xfrm>
          <a:prstGeom prst="rect">
            <a:avLst/>
          </a:prstGeom>
          <a:solidFill>
            <a:srgbClr val="D62598"/>
          </a:solidFill>
          <a:ln w="12700">
            <a:solidFill>
              <a:srgbClr val="D62598"/>
            </a:solidFill>
            <a:prstDash val="solid"/>
          </a:ln>
        </p:spPr>
      </p:sp>
      <p:sp>
        <p:nvSpPr>
          <p:cNvPr id="12" name="THE PROBLEM"/>
          <p:cNvSpPr txBox="1"/>
          <p:nvPr/>
        </p:nvSpPr>
        <p:spPr>
          <a:xfrm>
            <a:off x="628650" y="20955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2057400" y="20955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Schools track thousands of laptops, lab kits and instruments with spreadsheets, paper sign-out sheets and memory, so items go missing and stock expires unnoticed.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95300" y="2962275"/>
            <a:ext cx="6343650" cy="76200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95300" y="2962275"/>
            <a:ext cx="1428750" cy="762000"/>
          </a:xfrm>
          <a:prstGeom prst="roundRect">
            <a:avLst>
              <a:gd name="adj" fmla="val 12500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809750" y="2962275"/>
            <a:ext cx="114300" cy="762000"/>
          </a:xfrm>
          <a:prstGeom prst="rect">
            <a:avLst/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17" name="WHAT WE BUILT"/>
          <p:cNvSpPr txBox="1"/>
          <p:nvPr/>
        </p:nvSpPr>
        <p:spPr>
          <a:xfrm>
            <a:off x="628650" y="2962275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2057400" y="2962275"/>
            <a:ext cx="4667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inventory back end for Civica's Daymap platform: items and individual units, loans and returns, custom fields, tags, expiry tracking and search.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95300" y="3819525"/>
            <a:ext cx="6343650" cy="647700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300" y="3819525"/>
            <a:ext cx="1428750" cy="647700"/>
          </a:xfrm>
          <a:prstGeom prst="roundRect">
            <a:avLst>
              <a:gd name="adj" fmla="val 14706"/>
            </a:avLst>
          </a:prstGeom>
          <a:solidFill>
            <a:srgbClr val="7B57CB"/>
          </a:solidFill>
          <a:ln w="12700">
            <a:solidFill>
              <a:srgbClr val="7B57C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809750" y="3819525"/>
            <a:ext cx="114300" cy="647700"/>
          </a:xfrm>
          <a:prstGeom prst="rect">
            <a:avLst/>
          </a:prstGeom>
          <a:solidFill>
            <a:srgbClr val="7B57CB"/>
          </a:solidFill>
          <a:ln w="12700">
            <a:solidFill>
              <a:srgbClr val="7B57CB"/>
            </a:solidFill>
            <a:prstDash val="solid"/>
          </a:ln>
        </p:spPr>
      </p:sp>
      <p:sp>
        <p:nvSpPr>
          <p:cNvPr id="22" name="WHY IT MATTERS"/>
          <p:cNvSpPr txBox="1"/>
          <p:nvPr/>
        </p:nvSpPr>
        <p:spPr>
          <a:xfrm>
            <a:off x="628650" y="3819525"/>
            <a:ext cx="1238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2057400" y="3819525"/>
            <a:ext cx="4667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time chasing equipment, fewer lost and expired items, and one trusted record of everything a school owns.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95300" y="4600575"/>
            <a:ext cx="2051050" cy="1371600"/>
          </a:xfrm>
          <a:prstGeom prst="roundRect">
            <a:avLst>
              <a:gd name="adj" fmla="val 6944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5" name="Highlight 40"/>
          <p:cNvSpPr txBox="1"/>
          <p:nvPr/>
        </p:nvSpPr>
        <p:spPr>
          <a:xfrm>
            <a:off x="628650" y="4714875"/>
            <a:ext cx="17843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3FD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endpoints covering the full item lifecycle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2641600" y="4600575"/>
            <a:ext cx="2051050" cy="1371600"/>
          </a:xfrm>
          <a:prstGeom prst="roundRect">
            <a:avLst>
              <a:gd name="adj" fmla="val 6944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7" name="Highlight 105"/>
          <p:cNvSpPr txBox="1"/>
          <p:nvPr/>
        </p:nvSpPr>
        <p:spPr>
          <a:xfrm>
            <a:off x="2774950" y="4714875"/>
            <a:ext cx="17843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B4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passing unit tests across controllers and repositories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4787900" y="4600575"/>
            <a:ext cx="2051050" cy="1371600"/>
          </a:xfrm>
          <a:prstGeom prst="roundRect">
            <a:avLst>
              <a:gd name="adj" fmla="val 6944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Highlight Any item"/>
          <p:cNvSpPr txBox="1"/>
          <p:nvPr/>
        </p:nvSpPr>
        <p:spPr>
          <a:xfrm>
            <a:off x="4921250" y="4714875"/>
            <a:ext cx="17843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item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fields let a violin and an iPad each store what matters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7219950" y="381000"/>
            <a:ext cx="4476750" cy="447675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CFD4D8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7219950" y="381000"/>
            <a:ext cx="4476750" cy="247650"/>
          </a:xfrm>
          <a:prstGeom prst="roundRect">
            <a:avLst>
              <a:gd name="adj" fmla="val 38462"/>
            </a:avLst>
          </a:prstGeom>
          <a:solidFill>
            <a:srgbClr val="E9ECE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219950" y="533400"/>
            <a:ext cx="4476750" cy="95250"/>
          </a:xfrm>
          <a:prstGeom prst="rect">
            <a:avLst/>
          </a:prstGeom>
          <a:solidFill>
            <a:srgbClr val="E9ECE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315200" y="457200"/>
            <a:ext cx="95250" cy="9525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4" name="Shape 30"/>
          <p:cNvSpPr/>
          <p:nvPr/>
        </p:nvSpPr>
        <p:spPr>
          <a:xfrm>
            <a:off x="7467600" y="457200"/>
            <a:ext cx="95250" cy="95250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35" name="Shape 31"/>
          <p:cNvSpPr/>
          <p:nvPr/>
        </p:nvSpPr>
        <p:spPr>
          <a:xfrm>
            <a:off x="7620000" y="457200"/>
            <a:ext cx="95250" cy="9525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7867650" y="419100"/>
            <a:ext cx="3714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localhost/swagger · DaymapInventory API</a:t>
            </a:r>
            <a:endParaRPr lang="en-US" sz="850" dirty="0"/>
          </a:p>
        </p:txBody>
      </p:sp>
      <p:pic>
        <p:nvPicPr>
          <p:cNvPr id="37" name="Swagger screenshot" descr="C:\Users\Aaron\AppData\Local\Temp\claude\C--Users-Aaron-Desktop-ict30017-P01-inventory-management-schools\97f81feb-cc42-48d2-a7dc-9fa67447c472\scratchpad\pptx\swagger_top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9475" y="628650"/>
            <a:ext cx="4457700" cy="4219575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219950" y="4953000"/>
            <a:ext cx="4476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working API, documented in Swagger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7325677" y="5257800"/>
            <a:ext cx="1510665" cy="24765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325677" y="5257800"/>
            <a:ext cx="15106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 · .NET 8</a:t>
            </a:r>
            <a:endParaRPr lang="en-US" sz="1000" dirty="0"/>
          </a:p>
        </p:txBody>
      </p:sp>
      <p:sp>
        <p:nvSpPr>
          <p:cNvPr id="41" name="Shape 36"/>
          <p:cNvSpPr/>
          <p:nvPr/>
        </p:nvSpPr>
        <p:spPr>
          <a:xfrm>
            <a:off x="8893492" y="5257800"/>
            <a:ext cx="1447800" cy="24765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8893492" y="5257800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 + EF Core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10398442" y="5257800"/>
            <a:ext cx="567690" cy="24765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10398442" y="5257800"/>
            <a:ext cx="5676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11023282" y="5257800"/>
            <a:ext cx="567690" cy="24765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1023282" y="5257800"/>
            <a:ext cx="5676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MSTest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8891588" y="5572125"/>
            <a:ext cx="1133475" cy="24765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8891588" y="5572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Scrum sprints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495300" y="6534150"/>
            <a:ext cx="476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UG_ICT_P01 · Swinburne ICT Project B · CapEx26</a:t>
            </a:r>
            <a:endParaRPr lang="en-US" sz="900" dirty="0"/>
          </a:p>
        </p:txBody>
      </p:sp>
      <p:sp>
        <p:nvSpPr>
          <p:cNvPr id="50" name="Text 45"/>
          <p:cNvSpPr txBox="1"/>
          <p:nvPr/>
        </p:nvSpPr>
        <p:spPr>
          <a:xfrm>
            <a:off x="8572500" y="6534150"/>
            <a:ext cx="3124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Client: Harry Macheda, Civica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UG_ICT_P01 Pitch</dc:title>
  <dc:subject>PptxGenJS Presentation</dc:subject>
  <dc:creator>Team UG_ICT_P01</dc:creator>
  <cp:lastModifiedBy>Team UG_ICT_P01</cp:lastModifiedBy>
  <cp:revision>1</cp:revision>
  <dcterms:created xsi:type="dcterms:W3CDTF">2026-10-15T09:58:51Z</dcterms:created>
  <dcterms:modified xsi:type="dcterms:W3CDTF">2026-10-15T09:58:51Z</dcterms:modified>
</cp:coreProperties>
</file>